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C9589-DDA1-4A8F-B10F-B3FC34A766B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DE78D-698E-4CFA-B082-EE2F0A8A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0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DE78D-698E-4CFA-B082-EE2F0A8AD1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16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A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256032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0">
                <a:solidFill>
                  <a:srgbClr val="3B82F6"/>
                </a:solidFill>
                <a:latin typeface="Segoe UI"/>
              </a:defRPr>
            </a:pPr>
            <a:r>
              <a:t>The AI Firewall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FFFFF"/>
                </a:solidFill>
                <a:latin typeface="Segoe UI"/>
              </a:defRPr>
            </a:pPr>
            <a:endParaRPr/>
          </a:p>
          <a:p>
            <a:pPr algn="ctr">
              <a:spcBef>
                <a:spcPts val="400"/>
              </a:spcBef>
              <a:defRPr sz="2000" b="0">
                <a:solidFill>
                  <a:srgbClr val="D1D5DB"/>
                </a:solidFill>
                <a:latin typeface="Segoe UI"/>
              </a:defRPr>
            </a:pPr>
            <a:r>
              <a:t>Enterprise Security &amp; Observability for AI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754880"/>
            <a:ext cx="2926080" cy="502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4800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Track 1: Google AI Studio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3200400" cy="502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48006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Track 2: Agent Security (Veea)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Google Gemini 2.0 Flash  +  Veea Lobster Trap  +  Next.js  +  FastAPI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27"/>
    </mc:Choice>
    <mc:Fallback>
      <p:transition spd="slow" advTm="742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Enterprises deploy AI agents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Segoe UI"/>
              </a:defRPr>
            </a:pPr>
            <a:r>
              <a:t>ZERO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383280" cy="164592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of enterprises have AI</a:t>
            </a:r>
            <a:br/>
            <a:r>
              <a:t>agents in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200400"/>
            <a:ext cx="3383280" cy="164592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79" y="33832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411480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inspect what goes IN</a:t>
            </a:r>
            <a:br/>
            <a:r>
              <a:t>or OUT of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3383280" cy="164592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338328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BBF24"/>
                </a:solidFill>
                <a:latin typeface="Segoe UI"/>
              </a:defRPr>
            </a:pPr>
            <a:r>
              <a:t>$4.5M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11480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average cost of a</a:t>
            </a:r>
            <a:br/>
            <a:r>
              <a:t>data breach (IBM 2025)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1C101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440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WITHOUT AEGIS:    Your AI Agent  ───────&gt;  LLM API    (completely blind, no inspection)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43"/>
    </mc:Choice>
    <mc:Fallback>
      <p:transition spd="slow" advTm="14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One-line integration. Total protection.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2560320" cy="10972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Your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2004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560320"/>
            <a:ext cx="4114800" cy="18288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AEGIS 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108960"/>
            <a:ext cx="37490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1D5DB"/>
                </a:solidFill>
                <a:latin typeface="Segoe UI"/>
              </a:defRPr>
            </a:pPr>
            <a:r>
              <a:t>Deep Prompt Inspection</a:t>
            </a:r>
            <a:br/>
            <a:r>
              <a:t>Real-time Blocking</a:t>
            </a:r>
            <a:br/>
            <a:r>
              <a:t>Full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2004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926080"/>
            <a:ext cx="2743200" cy="10972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310896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Gemini 2.0 Flash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3383280" cy="13716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52120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3036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212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6235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Add your agent (30 sec)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5029200"/>
            <a:ext cx="3383280" cy="13716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63439" y="52120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39" y="523036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5212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Swap 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56235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Change LLM base URL to Aegis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029200"/>
            <a:ext cx="3383280" cy="137160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12480" y="52120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523036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212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6235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Real-time events &amp; blocking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508"/>
    </mc:Choice>
    <mc:Fallback>
      <p:transition spd="slow" advTm="1250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7548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Aegis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377440"/>
            <a:ext cx="5943600" cy="1188720"/>
          </a:xfrm>
          <a:prstGeom prst="roundRect">
            <a:avLst/>
          </a:prstGeom>
          <a:solidFill>
            <a:srgbClr val="1A304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Lobster Trap DPI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13 ingress rules  |  2 egress rules  |  Sub-millisecond  |  Compiled Regex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749039"/>
            <a:ext cx="2834640" cy="914400"/>
          </a:xfrm>
          <a:prstGeom prst="roundRect">
            <a:avLst/>
          </a:prstGeom>
          <a:solidFill>
            <a:srgbClr val="1A304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Forward to Gemini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749039"/>
            <a:ext cx="2834640" cy="914400"/>
          </a:xfrm>
          <a:prstGeom prst="roundRect">
            <a:avLst/>
          </a:prstGeom>
          <a:solidFill>
            <a:srgbClr val="30151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3840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DENY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1605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Block + Log + Alert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846320"/>
            <a:ext cx="5943600" cy="731520"/>
          </a:xfrm>
          <a:prstGeom prst="round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493776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FastAPI Backend  |  SQLite  |  SSE Real-time Stream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5760720"/>
            <a:ext cx="5943600" cy="457200"/>
          </a:xfrm>
          <a:prstGeom prst="roundRect">
            <a:avLst/>
          </a:prstGeom>
          <a:solidFill>
            <a:srgbClr val="1A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580644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Next.js 16 Dashboard (Real-time SSE)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645920"/>
            <a:ext cx="3749039" cy="82296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79" y="1645920"/>
            <a:ext cx="50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69164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AI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Google Gemini 2.0 Flash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2606040"/>
            <a:ext cx="3749039" cy="82296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79" y="2606040"/>
            <a:ext cx="50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26517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DPI Proxy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9718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Veea Lobster Trap (Go)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566160"/>
            <a:ext cx="3749039" cy="82296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55279" y="3566160"/>
            <a:ext cx="508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361188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931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Python FastAPI + SQLite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526280"/>
            <a:ext cx="3749039" cy="82296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55279" y="4526280"/>
            <a:ext cx="508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45720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8920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Next.js 16 + Tailwind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5486400"/>
            <a:ext cx="3749039" cy="82296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55279" y="5486400"/>
            <a:ext cx="50800" cy="508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0" y="55321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8521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HF Spaces + Vercel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0"/>
    </mc:Choice>
    <mc:Fallback>
      <p:transition spd="slow" advTm="102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VEEA LOBSTER TRAP - DEEP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Not just using it - it IS the core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5486400" cy="41148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13 Ingress Firewall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Prompt injection detection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090672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3558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PII / credential leak prevention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2900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SQL injection blocking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6732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3250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Shell command detection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10565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Data exfiltration prevention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443983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Role impersonation blocking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782312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04748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Malware request detection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1206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8581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Obfuscation / encoding detection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458968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72414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Phishing pattern detection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79729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60624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Harmful content blocking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61356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0" y="2377440"/>
            <a:ext cx="5486400" cy="411480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25603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Key Properties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017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&lt; 1ms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0632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Inspection latency (compiled regex)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4903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794759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LLM calls for security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48056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5262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Total rules (13 ingress + 2 egress)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212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YAML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2578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P4-style policy format (open)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9436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9893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Traffic flows through binary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91840" cy="1645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Real-time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SSE-powered live security</a:t>
            </a:r>
            <a:br/>
            <a:r>
              <a:t>events &amp; metrics streaming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291840" cy="1645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920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Agent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3172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Register agents, get proxy</a:t>
            </a:r>
            <a:br/>
            <a:r>
              <a:t>URLs, set policy levels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291840" cy="1645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9202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Security Tester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33172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Built-in adversarial suite</a:t>
            </a:r>
            <a:br/>
            <a:r>
              <a:t>27 test cases, 4 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3291840" cy="1645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5800" y="448056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4805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4805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Full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Every request logged with</a:t>
            </a:r>
            <a:br/>
            <a:r>
              <a:t>metadata, SOC2-ready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206240"/>
            <a:ext cx="3291840" cy="1645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26280" y="448056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44805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4805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Multi-tenant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89204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User accounts, per-user</a:t>
            </a:r>
            <a:br/>
            <a:r>
              <a:t>agent isolation &amp; policies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206240"/>
            <a:ext cx="3291840" cy="16459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366760" y="44805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448056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ZL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4805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Zero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89204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Regex DPI inspection, no</a:t>
            </a:r>
            <a:br/>
            <a:r>
              <a:t>LLM calls for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BUSINESS MODEL &amp; COMPETITIVE 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286000" cy="29260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$99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920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5 agents</a:t>
            </a:r>
            <a:br/>
            <a:r>
              <a:t>10K requests</a:t>
            </a:r>
            <a:br/>
            <a:r>
              <a:t>Basic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554480"/>
            <a:ext cx="2286000" cy="29260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6916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8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$299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1920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25 agents</a:t>
            </a:r>
            <a:br/>
            <a:r>
              <a:t>100K requests</a:t>
            </a:r>
            <a:br/>
            <a:r>
              <a:t>Slack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554480"/>
            <a:ext cx="2286000" cy="29260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16916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01168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Custom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651760"/>
            <a:ext cx="1920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Unlimited agents</a:t>
            </a:r>
            <a:br/>
            <a:r>
              <a:t>On-prem deploy</a:t>
            </a:r>
            <a:br/>
            <a:r>
              <a:t>SOC2, SSO, 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TAM: $4.2B (AI security market, projected 2027)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Target: CTOs, Heads of AI, Security Engineers at mid-large enterprises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840480" cy="48463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Why Aegis Wins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Real DPI 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146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vs webhooks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175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Sub-ms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vs LLM-based (slow)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4048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URL swap (1 line)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1605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vs SDK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6344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Ingress + Egress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8348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vs ingress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4864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Open YAML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80644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vs proprietary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3716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Try it yourself - live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698480" cy="10972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https://aegis-vert.vercel.app/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10972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https://rtahreem-aegis-apis.hf.space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5029200" cy="73152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Demo Login:  demo@aegis.ai  /  demo1234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1. Login with demo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8523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2. View real-time dashboard (55 sessions, 32 events)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63270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3. Register a new agent - get proxy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9801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4. Send adversarial prompts - watch blocks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32764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5. View security events +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210312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Segoe UI"/>
              </a:defRPr>
            </a:pPr>
            <a:r>
              <a:t>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0">
                <a:solidFill>
                  <a:srgbClr val="3B82F6"/>
                </a:solidFill>
                <a:latin typeface="Segoe UI"/>
              </a:defRPr>
            </a:pPr>
            <a:r>
              <a:t>The AI Firewall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One line of code. Total AI agent security.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GitHub: github.com/Rizwantahreem/Aegis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Live: https://aegis-vert.vercel.app/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120640"/>
            <a:ext cx="7589520" cy="1280160"/>
          </a:xfrm>
          <a:prstGeom prst="round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5212080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577840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Slack/PagerDuty alerts  |  Visual policy editor  |  SOC2 reports  |  Multi-LLM  |  On-prem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646</Words>
  <Application>Microsoft Office PowerPoint</Application>
  <PresentationFormat>Widescreen</PresentationFormat>
  <Paragraphs>141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Tehreem Rizwan</cp:lastModifiedBy>
  <cp:revision>2</cp:revision>
  <dcterms:created xsi:type="dcterms:W3CDTF">2013-01-27T09:14:16Z</dcterms:created>
  <dcterms:modified xsi:type="dcterms:W3CDTF">2026-05-18T13:35:51Z</dcterms:modified>
  <cp:category/>
</cp:coreProperties>
</file>